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538d5d0c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538d5d0c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538d5d0c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538d5d0c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538d5d0c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538d5d0c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538d5d0c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a538d5d0c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538d5d0c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538d5d0c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Prezentare Proiect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ECHIPA P.A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253" y="3023875"/>
            <a:ext cx="1619100" cy="16191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Implementare tema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22939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-3740" l="1670" r="-1670" t="3740"/>
          <a:stretch/>
        </p:blipFill>
        <p:spPr>
          <a:xfrm>
            <a:off x="987575" y="1800200"/>
            <a:ext cx="6089774" cy="10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 rotWithShape="1">
          <a:blip r:embed="rId4">
            <a:alphaModFix/>
          </a:blip>
          <a:srcRect b="0" l="-35299" r="-4501" t="-74094"/>
          <a:stretch/>
        </p:blipFill>
        <p:spPr>
          <a:xfrm>
            <a:off x="-67375" y="2507500"/>
            <a:ext cx="8627149" cy="16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194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5752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/>
              <a:t>Am configurat serverul Wireguard </a:t>
            </a:r>
            <a:r>
              <a:rPr lang="ro" sz="2200"/>
              <a:t>și</a:t>
            </a:r>
            <a:r>
              <a:rPr lang="ro" sz="2200"/>
              <a:t> am </a:t>
            </a:r>
            <a:r>
              <a:rPr lang="ro" sz="2200"/>
              <a:t>reușit</a:t>
            </a:r>
            <a:r>
              <a:rPr lang="ro" sz="2200"/>
              <a:t> sa il h</a:t>
            </a:r>
            <a:r>
              <a:rPr lang="ro" sz="2200"/>
              <a:t>ostam</a:t>
            </a:r>
            <a:r>
              <a:rPr lang="ro" sz="2200"/>
              <a:t> pe </a:t>
            </a:r>
            <a:r>
              <a:rPr lang="ro" sz="2200"/>
              <a:t>Google Cloud prin crearea unei mașini virtuale.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/>
              <a:t>Prin comanda ip address show dev wg0 ,putem verifica ca interfața de network există 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305500" y="419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UI  &amp; UX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 b="3725" l="7868" r="16184" t="0"/>
          <a:stretch/>
        </p:blipFill>
        <p:spPr>
          <a:xfrm>
            <a:off x="305500" y="1373800"/>
            <a:ext cx="5008723" cy="342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400" y="1800200"/>
            <a:ext cx="4750426" cy="29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381150" y="441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Database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482225" y="13477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25" y="1474525"/>
            <a:ext cx="3539191" cy="10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 rotWithShape="1">
          <a:blip r:embed="rId4">
            <a:alphaModFix/>
          </a:blip>
          <a:srcRect b="-22186" l="-4584" r="-14505" t="3096"/>
          <a:stretch/>
        </p:blipFill>
        <p:spPr>
          <a:xfrm>
            <a:off x="3969325" y="2374100"/>
            <a:ext cx="4624151" cy="23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2253000" y="2050350"/>
            <a:ext cx="4638000" cy="1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Va multumim pentru atentie!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583300" y="44052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