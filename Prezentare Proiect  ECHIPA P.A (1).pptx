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  <p:embeddedFont>
      <p:font typeface="Roboto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a538d5d0c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a538d5d0c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a538d5d0cb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a538d5d0c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a538d5d0c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a538d5d0c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a538d5d0c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a538d5d0c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a538d5d0cb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a538d5d0cb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Prezentare Proiect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ECHIPA P.A</a:t>
            </a:r>
            <a:endParaRPr/>
          </a:p>
        </p:txBody>
      </p:sp>
      <p:pic>
        <p:nvPicPr>
          <p:cNvPr id="129" name="Google Shape;12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9253" y="3023875"/>
            <a:ext cx="1619100" cy="1619100"/>
          </a:xfrm>
          <a:prstGeom prst="pentagon">
            <a:avLst>
              <a:gd fmla="val 105146" name="hf"/>
              <a:gd fmla="val 110557" name="vf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Implementare tema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22939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4"/>
          <p:cNvPicPr preferRelativeResize="0"/>
          <p:nvPr/>
        </p:nvPicPr>
        <p:blipFill rotWithShape="1">
          <a:blip r:embed="rId3">
            <a:alphaModFix/>
          </a:blip>
          <a:srcRect b="-3740" l="1670" r="-1670" t="3740"/>
          <a:stretch/>
        </p:blipFill>
        <p:spPr>
          <a:xfrm>
            <a:off x="987575" y="1800200"/>
            <a:ext cx="6089774" cy="108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/>
          <p:cNvPicPr preferRelativeResize="0"/>
          <p:nvPr/>
        </p:nvPicPr>
        <p:blipFill rotWithShape="1">
          <a:blip r:embed="rId4">
            <a:alphaModFix/>
          </a:blip>
          <a:srcRect b="0" l="-35299" r="-4501" t="-74094"/>
          <a:stretch/>
        </p:blipFill>
        <p:spPr>
          <a:xfrm>
            <a:off x="-67375" y="2507500"/>
            <a:ext cx="8627149" cy="16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819150" y="1942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819150" y="15752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o" sz="2200"/>
              <a:t>Am configurat serverul Wireguard </a:t>
            </a:r>
            <a:r>
              <a:rPr lang="ro" sz="2200"/>
              <a:t>și</a:t>
            </a:r>
            <a:r>
              <a:rPr lang="ro" sz="2200"/>
              <a:t> am </a:t>
            </a:r>
            <a:r>
              <a:rPr lang="ro" sz="2200"/>
              <a:t>reușit</a:t>
            </a:r>
            <a:r>
              <a:rPr lang="ro" sz="2200"/>
              <a:t> sa il h</a:t>
            </a:r>
            <a:r>
              <a:rPr lang="ro" sz="2200"/>
              <a:t>ostam</a:t>
            </a:r>
            <a:r>
              <a:rPr lang="ro" sz="2200"/>
              <a:t> pe </a:t>
            </a:r>
            <a:r>
              <a:rPr lang="ro" sz="2200"/>
              <a:t>Google Cloud prin crearea unei mașini virtuale.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o" sz="2200"/>
              <a:t>Prin comanda ip address show dev wg0 ,putem verifica ca interfața de network există </a:t>
            </a:r>
            <a:endParaRPr sz="1050">
              <a:solidFill>
                <a:srgbClr val="F8F8F2"/>
              </a:solidFill>
              <a:highlight>
                <a:srgbClr val="27282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305500" y="4192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UI  &amp; UX</a:t>
            </a:r>
            <a:endParaRPr/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16"/>
          <p:cNvPicPr preferRelativeResize="0"/>
          <p:nvPr/>
        </p:nvPicPr>
        <p:blipFill rotWithShape="1">
          <a:blip r:embed="rId3">
            <a:alphaModFix/>
          </a:blip>
          <a:srcRect b="3725" l="7868" r="16184" t="0"/>
          <a:stretch/>
        </p:blipFill>
        <p:spPr>
          <a:xfrm>
            <a:off x="305500" y="1373800"/>
            <a:ext cx="5008723" cy="342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2400" y="1800200"/>
            <a:ext cx="4750426" cy="299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type="title"/>
          </p:nvPr>
        </p:nvSpPr>
        <p:spPr>
          <a:xfrm>
            <a:off x="381150" y="4413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Database</a:t>
            </a:r>
            <a:endParaRPr/>
          </a:p>
        </p:txBody>
      </p:sp>
      <p:sp>
        <p:nvSpPr>
          <p:cNvPr id="157" name="Google Shape;157;p17"/>
          <p:cNvSpPr txBox="1"/>
          <p:nvPr>
            <p:ph idx="1" type="body"/>
          </p:nvPr>
        </p:nvSpPr>
        <p:spPr>
          <a:xfrm>
            <a:off x="482225" y="13477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225" y="1474525"/>
            <a:ext cx="3539191" cy="10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/>
          <p:cNvPicPr preferRelativeResize="0"/>
          <p:nvPr/>
        </p:nvPicPr>
        <p:blipFill rotWithShape="1">
          <a:blip r:embed="rId4">
            <a:alphaModFix/>
          </a:blip>
          <a:srcRect b="-22186" l="-4584" r="-14505" t="3096"/>
          <a:stretch/>
        </p:blipFill>
        <p:spPr>
          <a:xfrm>
            <a:off x="3969325" y="2374100"/>
            <a:ext cx="4624151" cy="237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2253000" y="2050350"/>
            <a:ext cx="4638000" cy="10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Va multumim pentru atentie!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583300" y="44052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o"/>
              <a:t>https://github.com/andrewen11/Bestem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